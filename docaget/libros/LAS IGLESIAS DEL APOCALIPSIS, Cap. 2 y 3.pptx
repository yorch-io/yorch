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FC6BB5-CBD5-4DAA-93DE-FF9871FE7D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AC9F3A-7671-4320-ABD3-7E1BBE663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D23B37-3900-4BA3-B554-1C0712F0F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987AA-4AEF-4B07-BDB8-D598665E3A24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EFB708-EBE1-42B1-8886-349B3B566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E2105E-810D-4769-A87F-945FE0F86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9E60E-8168-4E04-8205-B1FAF7E8C23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00268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06DFF8-2FF6-4EED-9037-D5682DFAD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904B75-87BB-4903-82D6-0E24BF137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B0EAE6-63B0-41A1-BBAA-1C1B9C899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987AA-4AEF-4B07-BDB8-D598665E3A24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66235C-7D76-4629-B49A-5923F22C6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190805-7E34-4FC0-B0A6-4381E4BE8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9E60E-8168-4E04-8205-B1FAF7E8C23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49000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399D97-3D19-4653-97BA-0B5B5F8E3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8CEE883-3ACD-4B1E-8719-0D9872E74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D656E2-4E61-4359-BAE8-E5B03EABA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987AA-4AEF-4B07-BDB8-D598665E3A24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909084-4A51-47E2-AB6B-46BBFA0E7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20F85F-C8D4-404A-823C-59F29B519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9E60E-8168-4E04-8205-B1FAF7E8C23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3979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89AFEA-AC7A-482C-B2DD-D7163B54C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6AFC05-B84A-46E7-8B90-323B1A3945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6E98EC2-4BA7-41A9-AB2F-C2E455BB5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E31B87B-5980-4218-9635-CB4681398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987AA-4AEF-4B07-BDB8-D598665E3A24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1E85EC1-E309-4815-8580-308FBF55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EE590E9-06FC-4570-96FE-37DD2F9B8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9E60E-8168-4E04-8205-B1FAF7E8C23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508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42F180-58E3-4F4C-A952-C1EA89CC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129874-7726-4C45-B9F2-E73EFD906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52B16B0-5234-4149-9F77-0C1CE9E0C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E80E819-4EEF-448F-B6B9-477B1DD2F0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A795E1D-20C0-4A74-AE80-A21491CD75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1C5ED91-A6A0-425A-8793-EAF90E6EB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987AA-4AEF-4B07-BDB8-D598665E3A24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7726F1A-E833-4BA3-AC05-7867D7C9D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E150C49-B4F6-40C5-9423-358ACB531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9E60E-8168-4E04-8205-B1FAF7E8C23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61949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0D3CBC-39A0-4B9D-83A3-89DBC2CFA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610C1C-9C08-4F40-9778-6B0836A87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987AA-4AEF-4B07-BDB8-D598665E3A24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24F49F9-9D9B-4A9F-9494-47E2BC0FB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57D237F-5E45-4057-A5B2-28F375D43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9E60E-8168-4E04-8205-B1FAF7E8C23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2532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A52F73F-A849-4A8F-B9D8-3B7C23951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987AA-4AEF-4B07-BDB8-D598665E3A24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FA9AB29-61CC-436F-8FB0-F693107C9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E14AAAF-CC97-40C5-B2C4-8E78A391E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9E60E-8168-4E04-8205-B1FAF7E8C23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3106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5A0B5-F8E4-4FB2-B69B-72109ED48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4E9AB7-0465-4769-A6C0-2F38D9C20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9AFE405-620D-4F04-BED8-CE7C399F23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0B49CB-18F1-46AD-BC13-487040C93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987AA-4AEF-4B07-BDB8-D598665E3A24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81C3549-3593-46E8-83C5-86E446AEE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B99101-2588-404D-879B-ECB8D1917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9E60E-8168-4E04-8205-B1FAF7E8C23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04159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86882A-972D-4D0C-A2AD-2D94DE77E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427AA5C-EE2E-4DB5-A420-49519F3068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832F450-3124-472A-9EB4-101535BA91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426CC43-750A-47D3-9A40-2F10F8B5B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987AA-4AEF-4B07-BDB8-D598665E3A24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0CB7142-829A-4935-A7D1-ED212E13E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1BC438-4A9F-48CE-8F63-8C69DA61C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9E60E-8168-4E04-8205-B1FAF7E8C23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612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B1271-AC03-4E72-B19A-24EA6BFF4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D7D8812-4710-4109-B418-122836FBF8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CE6D40-CB06-4CCF-B852-4323CFD3A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987AA-4AEF-4B07-BDB8-D598665E3A24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84CB36-4BFD-4B3C-A512-7F386349B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2ADD45-CD1C-4A35-A356-01091970D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9E60E-8168-4E04-8205-B1FAF7E8C23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261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6EE535A-5D8A-48C4-A8E7-8CC459BC49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9394853-E0D5-4C78-8195-D5C505C7D5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061527-76AD-46ED-B997-594B4E702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987AA-4AEF-4B07-BDB8-D598665E3A24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18AB41-8979-4C60-B562-652760FFA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7C1953-FEE5-4C4A-83D8-E5CF2D541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9E60E-8168-4E04-8205-B1FAF7E8C23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88998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4760CD0-3C75-4F64-8250-0D16DA20B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EBAB3A-BB55-41CB-A108-9A2BD7334C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BD7DDA-E447-41EC-AF30-D9087CC018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A987AA-4AEF-4B07-BDB8-D598665E3A24}" type="datetimeFigureOut">
              <a:rPr lang="es-CO" smtClean="0"/>
              <a:t>18/11/2025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5CB104-39F1-4B21-B852-B22389E203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CD2687-B05F-4763-B14B-BF88B6D1BE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79E60E-8168-4E04-8205-B1FAF7E8C23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93097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AA20DBC-42BE-40A7-81BD-EF4FA3F898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1" t="4568" r="1907" b="3334"/>
          <a:stretch/>
        </p:blipFill>
        <p:spPr bwMode="auto">
          <a:xfrm>
            <a:off x="558800" y="80675"/>
            <a:ext cx="10990778" cy="6709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40447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Mauricio Garzon</dc:creator>
  <cp:lastModifiedBy>Mauricio Garzon</cp:lastModifiedBy>
  <cp:revision>1</cp:revision>
  <dcterms:created xsi:type="dcterms:W3CDTF">2025-11-18T16:14:24Z</dcterms:created>
  <dcterms:modified xsi:type="dcterms:W3CDTF">2025-11-18T16:15:17Z</dcterms:modified>
</cp:coreProperties>
</file>